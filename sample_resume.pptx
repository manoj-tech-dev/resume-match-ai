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Jane Doe - Technical Resume &amp;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Backend Engineer with 5+ years experience.</a:t>
            </a:r>
          </a:p>
          <a:p>
            <a:r>
              <a:t>• Core Skills: Python, FastAPI, PostgreSQL, Docker, Kubernetes, AWS, React, TypeScript</a:t>
            </a:r>
          </a:p>
          <a:p>
            <a:r>
              <a:t>• Acme Corp: Architected REST APIs, optimized DB queries by 35%, deployed CI/CD on Kubernetes</a:t>
            </a:r>
          </a:p>
          <a:p>
            <a:r>
              <a:t>• Education: Bachelor of Science in Computer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